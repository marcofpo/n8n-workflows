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500" b="1" i="0" u="none">
                <a:solidFill>
                  <a:srgbClr val="0078D7"/>
                </a:solidFill>
                <a:latin typeface="Segoe UI"/>
              </a:rPr>
              <a:t>User Acceptance Test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1" u="none">
                <a:solidFill>
                  <a:srgbClr val="444444"/>
                </a:solidFill>
                <a:latin typeface="Segoe UI Light"/>
              </a:rPr>
              <a:t>Aktienanalyse-Ökosystem v6.0.0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 u="none">
                <a:solidFill>
                  <a:srgbClr val="00B0F0"/>
                </a:solidFill>
                <a:latin typeface="Segoe UI"/>
              </a:rPr>
              <a:t>Claude Code Assistant | 2025-08-27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6217920"/>
            <a:ext cx="2743200" cy="9144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4100" b="1" i="0" u="sng">
                <a:solidFill>
                  <a:srgbClr val="0078D7"/>
                </a:solidFill>
                <a:latin typeface="Segoe UI"/>
              </a:rP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743200" cy="73152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3931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🎯 SYSTEM STATUS: OPERATIONAL ✅ Services Available: 8/11</a:t>
            </a:r>
          </a:p>
          <a:p>
            <a:pPr algn="l">
              <a:lnSpc>
                <a:spcPct val="14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(72.7%) ⚡ Performance: EXCEEDS REQUIREMENTS 🎨</a:t>
            </a:r>
          </a:p>
          <a:p>
            <a:pPr algn="l">
              <a:lnSpc>
                <a:spcPct val="14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Frontend: PARTIALLY FUNCTIONAL 🔄 Integration: WORKFLOW</a:t>
            </a:r>
          </a:p>
          <a:p>
            <a:pPr algn="l">
              <a:lnSpc>
                <a:spcPct val="14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READY (70%) 📊 KEY FINDINGS: • Average Response Time:</a:t>
            </a:r>
          </a:p>
          <a:p>
            <a:pPr algn="l">
              <a:lnSpc>
                <a:spcPct val="14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0.031s (74% better than 0.12s target) • Clean Architecture</a:t>
            </a:r>
          </a:p>
          <a:p>
            <a:pPr algn="l">
              <a:lnSpc>
                <a:spcPct val="14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v6.0.0 fully implemented • Event-driven infrastructure</a:t>
            </a:r>
          </a:p>
          <a:p>
            <a:pPr algn="l">
              <a:lnSpc>
                <a:spcPct val="14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operational • Core business logic services healthy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1463040"/>
            <a:ext cx="3931920" cy="3657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High-Impact Visual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280160"/>
            <a:ext cx="4297680" cy="402336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280160"/>
            <a:ext cx="429768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Shape: rectangle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54864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1" u="none">
                <a:solidFill>
                  <a:srgbClr val="FFC000"/>
                </a:solidFill>
                <a:latin typeface="Segoe UI Semibold"/>
              </a:rPr>
              <a:t>Ready to Transform? Let's Begin!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3800" b="1" i="0" u="sng">
                <a:solidFill>
                  <a:srgbClr val="0078D7"/>
                </a:solidFill>
                <a:latin typeface="Segoe UI"/>
              </a:rPr>
              <a:t>Recommendations &amp; 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743200" cy="73152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3931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🚀 IMMEDIATE PRIORITY (Week 1): • Configure Frontend</a:t>
            </a:r>
          </a:p>
          <a:p>
            <a:pPr algn="l">
              <a:lnSpc>
                <a:spcPct val="14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Routing for Timeline Navigation • Expose API Endpoints for</a:t>
            </a:r>
          </a:p>
          <a:p>
            <a:pPr algn="l">
              <a:lnSpc>
                <a:spcPct val="14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Business Workflows • Verify Bootstrap 5 Integration 🔧</a:t>
            </a:r>
          </a:p>
          <a:p>
            <a:pPr algn="l">
              <a:lnSpc>
                <a:spcPct val="14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MEDIUM PRIORITY (Week 2-3): • Deploy Missing Services</a:t>
            </a:r>
          </a:p>
          <a:p>
            <a:pPr algn="l">
              <a:lnSpc>
                <a:spcPct val="14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(Dashboard, Config, Monitor) • Implement UI/UX</a:t>
            </a:r>
          </a:p>
          <a:p>
            <a:pPr algn="l">
              <a:lnSpc>
                <a:spcPct val="14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Improvements • Add Accessibility Features 📈 LONG-TERM</a:t>
            </a:r>
          </a:p>
          <a:p>
            <a:pPr algn="l">
              <a:lnSpc>
                <a:spcPct val="14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(Month 1): • Complete Real-time Dashboard • Performance</a:t>
            </a:r>
          </a:p>
          <a:p>
            <a:pPr algn="l">
              <a:lnSpc>
                <a:spcPct val="14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Monitoring Integration • Mobile-first Responsive Design ✅</a:t>
            </a:r>
          </a:p>
          <a:p>
            <a:pPr algn="l">
              <a:lnSpc>
                <a:spcPct val="14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CONCLUSION: System ready for configuration phase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1463040"/>
            <a:ext cx="3931920" cy="3657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High-Impact Visual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280160"/>
            <a:ext cx="4297680" cy="402336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280160"/>
            <a:ext cx="429768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Shape: rectangle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54864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1" u="none">
                <a:solidFill>
                  <a:srgbClr val="FFC000"/>
                </a:solidFill>
                <a:latin typeface="Segoe UI Semibold"/>
              </a:rPr>
              <a:t>Ready to Transform? Let's Begin!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