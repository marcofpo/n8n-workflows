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KI-Prognosen GUI Datums-Problem - 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## 🔍 KRITISCHE PROBLEM-IDENTIFIKATION</a:t>
            </a:r>
          </a:p>
          <a:p/>
          <a:p>
            <a:r>
              <a:t>### Backend API Problem:</a:t>
            </a:r>
          </a:p>
          <a:p>
            <a:r>
              <a:t>• **IDENTISCHE DATEN** für alle Zeitintervalle (1W, 1M, 3M)</a:t>
            </a:r>
          </a:p>
          <a:p>
            <a:r>
              <a:t>• Backend ignoriert timeframe-Parameter komplett</a:t>
            </a:r>
          </a:p>
          <a:p>
            <a:r>
              <a:t>• API-Endpoint: `/api/v1/data/predictions?timeframe={X}`</a:t>
            </a:r>
          </a:p>
          <a:p/>
          <a:p>
            <a:r>
              <a:t>### Frontend Problem:</a:t>
            </a:r>
          </a:p>
          <a:p>
            <a:r>
              <a:t>• **UNTERSCHIEDLICHE TIMESTAMPS** pro Prediction-Eintrag</a:t>
            </a:r>
          </a:p>
          <a:p>
            <a:r>
              <a:t>• Jede Prediction hat individuelle Berechnungszeit</a:t>
            </a:r>
          </a:p>
          <a:p>
            <a:r>
              <a:t>• Führt zu inkonsistenter Datums-Darstellung in GUI</a:t>
            </a:r>
          </a:p>
          <a:p/>
          <a:p>
            <a:r>
              <a:t>### User Experience Impact:</a:t>
            </a:r>
          </a:p>
          <a:p>
            <a:r>
              <a:t>• **VERWIRRUNG** durch multiple Prognosedaten pro Zeitintervall</a:t>
            </a:r>
          </a:p>
          <a:p>
            <a:r>
              <a:t>• Erwartung: Ein einheitliches Datum pro Timeframe</a:t>
            </a:r>
          </a:p>
          <a:p>
            <a:r>
              <a:t>• **KRITISCH** für Benutzervertrauen in System-Genauigkeit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Live-System Analyse - Backend API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## 📊 LIVE-SYSTEM TEST RESULTS</a:t>
            </a:r>
          </a:p>
          <a:p/>
          <a:p>
            <a:r>
              <a:t>### Backend API Tests (10.1.1.174:8017)</a:t>
            </a:r>
          </a:p>
          <a:p>
            <a:r>
              <a:t>```bash</a:t>
            </a:r>
          </a:p>
          <a:p>
            <a:r>
              <a:t># Test 1W: curl "http://10.1.1.174:8017/api/v1/data/predictions?timeframe=1W"</a:t>
            </a:r>
          </a:p>
          <a:p>
            <a:r>
              <a:t># Test 1M: curl "http://10.1.1.174:8017/api/v1/data/predictions?timeframe=1M" </a:t>
            </a:r>
          </a:p>
          <a:p>
            <a:r>
              <a:t># Test 3M: curl "http://10.1.1.174:8017/api/v1/data/predictions?timeframe=3M"</a:t>
            </a:r>
          </a:p>
          <a:p>
            <a:r>
              <a:t>```</a:t>
            </a:r>
          </a:p>
          <a:p/>
          <a:p>
            <a:r>
              <a:t>### 🚨 KRITISCHE ERKENNTNISSE:</a:t>
            </a:r>
          </a:p>
          <a:p/>
          <a:p>
            <a:r>
              <a:t>**1. IDENTISCHE API RESPONSES**</a:t>
            </a:r>
          </a:p>
          <a:p>
            <a:r>
              <a:t>• Alle 3 Zeitintervalle liefern **exakt dieselben Daten**</a:t>
            </a:r>
          </a:p>
          <a:p>
            <a:r>
              <a:t>• Backend ignoriert timeframe-Parameter vollständig</a:t>
            </a:r>
          </a:p>
          <a:p>
            <a:r>
              <a:t>• Status: "success", Count: 15 - aber keine Timeframe-Differenzierung</a:t>
            </a:r>
          </a:p>
          <a:p/>
          <a:p>
            <a:r>
              <a:t>**2. INKONSISTENTE TIMESTAMPS pro Entry**</a:t>
            </a:r>
          </a:p>
          <a:p>
            <a:r>
              <a:t>• MSFT: "2025-08-26T07:23:38.882335"</a:t>
            </a:r>
          </a:p>
          <a:p>
            <a:r>
              <a:t>• GOOGL: "2025-08-26T06:23:38.882335" </a:t>
            </a:r>
          </a:p>
          <a:p>
            <a:r>
              <a:t>• AMZN: "2025-08-26T05:23:38.882335"</a:t>
            </a:r>
          </a:p>
          <a:p>
            <a:r>
              <a:t>• META: "2025-08-26T04:23:38.882335"</a:t>
            </a:r>
          </a:p>
          <a:p/>
          <a:p>
            <a:r>
              <a:t>**3. ROOT CAUSE IDENTIFIZIERT**</a:t>
            </a:r>
          </a:p>
          <a:p>
            <a:r>
              <a:t>• Backend Data Processing Service implementiert keine Timeframe-Logic</a:t>
            </a:r>
          </a:p>
          <a:p>
            <a:r>
              <a:t>• Mock/Static Data Generation ohne Zeitraum-Berücksichtigung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Code Analyse - Unified Date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## 💻 FRONTEND CODE ANALYSE</a:t>
            </a:r>
          </a:p>
          <a:p/>
          <a:p>
            <a:r>
              <a:t>### ✅ UNIFIED DATE FIX bereits implementiert!</a:t>
            </a:r>
          </a:p>
          <a:p/>
          <a:p>
            <a:r>
              <a:t>**Code-Location:** `/home/mdoehler/aktienanalyse-ökosystem/services/frontend-service/main.py:663-668`</a:t>
            </a:r>
          </a:p>
          <a:p/>
          <a:p>
            <a:r>
              <a:t>```python</a:t>
            </a:r>
          </a:p>
          <a:p>
            <a:r>
              <a:t># Einheitliches Basis-Datum für alle Vorhersagen (FESTE BASIS für Konsistenz)</a:t>
            </a:r>
          </a:p>
          <a:p>
            <a:r>
              <a:t>base_date = datetime.now().replace(hour=12, minute=0, second=0, microsecond=0)</a:t>
            </a:r>
          </a:p>
          <a:p>
            <a:r>
              <a:t>unified_prediction_date = base_date + timedelta(days=prediction_offset_days)</a:t>
            </a:r>
          </a:p>
          <a:p>
            <a:r>
              <a:t>formatted_unified_prediction_date = unified_prediction_date.strftime('%d.%m.%Y')</a:t>
            </a:r>
          </a:p>
          <a:p/>
          <a:p>
            <a:r>
              <a:t># Line 724-725: Einheitliches Prognosedatum für alle Vorhersagen verwenden</a:t>
            </a:r>
          </a:p>
          <a:p>
            <a:r>
              <a:t>formatted_prediction_date = formatted_unified_prediction_date</a:t>
            </a:r>
          </a:p>
          <a:p>
            <a:r>
              <a:t>```</a:t>
            </a:r>
          </a:p>
          <a:p/>
          <a:p>
            <a:r>
              <a:t>### 🔧 FRONTEND LÖST DAS PROBLEM BEREITS:</a:t>
            </a:r>
          </a:p>
          <a:p>
            <a:r>
              <a:t>• **Einheitliche Prognosedatum-Berechnung** implementiert</a:t>
            </a:r>
          </a:p>
          <a:p>
            <a:r>
              <a:t>• **Timeframe-spezifische Offsets**: 1W=7, 1M=30, 3M=90 Tage</a:t>
            </a:r>
          </a:p>
          <a:p>
            <a:r>
              <a:t>• **Konsistente Basis**: 12:00 Uhr aktueller Tag + Offset</a:t>
            </a:r>
          </a:p>
          <a:p/>
          <a:p>
            <a:r>
              <a:t>### 🚨 ABER: Backend liefert identische Daten!</a:t>
            </a:r>
          </a:p>
          <a:p>
            <a:r>
              <a:t>• Frontend-Fix kann Backend-Problem nicht kompensieren</a:t>
            </a:r>
          </a:p>
          <a:p>
            <a:r>
              <a:t>• **Root Cause**: Backend Data Processing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Issue Creation - Strukturierte Dokumentation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## 🐛 GITHUB ISSUE STRUCTURE</a:t>
            </a:r>
          </a:p>
          <a:p/>
          <a:p>
            <a:r>
              <a:t>### Issue Title:</a:t>
            </a:r>
          </a:p>
          <a:p>
            <a:r>
              <a:t>**"Backend Data Processing Service: Timeframe-Parameter wird ignoriert - KI-Prognosen GUI zeigt identische Daten"**</a:t>
            </a:r>
          </a:p>
          <a:p/>
          <a:p>
            <a:r>
              <a:t>### Priority: **HIGH** (User-facing data consistency)</a:t>
            </a:r>
          </a:p>
          <a:p>
            <a:r>
              <a:t>### Labels: `bug`, `backend`, `data-processing`, `ki-prognosen`, `timeframe-aggregation`</a:t>
            </a:r>
          </a:p>
          <a:p/>
          <a:p>
            <a:r>
              <a:t>### Problem Description:</a:t>
            </a:r>
          </a:p>
          <a:p>
            <a:r>
              <a:t>• **Backend API** liefert identische Prediction-Daten für alle Zeitintervalle</a:t>
            </a:r>
          </a:p>
          <a:p>
            <a:r>
              <a:t>• **Frontend GUI** kann nicht unterscheiden zwischen 1W, 1M, 3M Prognosen</a:t>
            </a:r>
          </a:p>
          <a:p>
            <a:r>
              <a:t>• **User Experience** kritisch beeinträchtigt</a:t>
            </a:r>
          </a:p>
          <a:p/>
          <a:p>
            <a:r>
              <a:t>### Root Cause Analysis:</a:t>
            </a:r>
          </a:p>
          <a:p>
            <a:r>
              <a:t>• **Data Processing Service** (Port 8017) ignoriert timeframe-Parameter</a:t>
            </a:r>
          </a:p>
          <a:p>
            <a:r>
              <a:t>• **Mock/Static Data** ohne Zeitraum-Logik implementiert</a:t>
            </a:r>
          </a:p>
          <a:p>
            <a:r>
              <a:t>• **API Contract**: `/api/v1/data/predictions?timeframe={X}` nicht erfüllt</a:t>
            </a:r>
          </a:p>
          <a:p/>
          <a:p>
            <a:r>
              <a:t>### Solution Requirements:</a:t>
            </a:r>
          </a:p>
          <a:p>
            <a:r>
              <a:t>• **Timeframe-spezifische Daten-Aggregation** implementieren</a:t>
            </a:r>
          </a:p>
          <a:p>
            <a:r>
              <a:t>• **Backend Logic** für 1W/1M/3M Differenzierung</a:t>
            </a:r>
          </a:p>
          <a:p>
            <a:r>
              <a:t>• **Integration** mit existing Frontend Unified Date Fix</a:t>
            </a:r>
          </a:p>
          <a:p/>
          <a:p>
            <a:r>
              <a:t>### Implementation Scope:</a:t>
            </a:r>
          </a:p>
          <a:p>
            <a:r>
              <a:t>□ Backend Service Timeframe Logic Implementation</a:t>
            </a:r>
          </a:p>
          <a:p>
            <a:r>
              <a:t>□ API Response Differentiation per Timeframe  </a:t>
            </a:r>
          </a:p>
          <a:p>
            <a:r>
              <a:t>□ Testing &amp; Validation für alle Zeitintervalle</a:t>
            </a:r>
          </a:p>
          <a:p>
            <a:r>
              <a:t>□ Production Deployment mit Zero-Downtime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Workflow Chain - Systematische Problemlösung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## 🔧 AGENT WORKFLOW CHAIN - Systematische Lösung</a:t>
            </a:r>
          </a:p>
          <a:p/>
          <a:p>
            <a:r>
              <a:t>### **Phase 1: Backend Service Enhancement Agent**</a:t>
            </a:r>
          </a:p>
          <a:p>
            <a:r>
              <a:t>**Aufgabe:** Data Processing Service (Port 8017) Timeframe-Logic implementieren</a:t>
            </a:r>
          </a:p>
          <a:p>
            <a:r>
              <a:t>- [ ] **Timeframe-Parameter Validation** (1W, 1M, 3M, 6M, 1Y)</a:t>
            </a:r>
          </a:p>
          <a:p>
            <a:r>
              <a:t>- [ ] **Zeitraum-spezifische Daten-Aggregation** entwickeln</a:t>
            </a:r>
          </a:p>
          <a:p>
            <a:r>
              <a:t>- [ ] **Mock Data Enhancement** mit Timeframe-Differenzierung</a:t>
            </a:r>
          </a:p>
          <a:p>
            <a:r>
              <a:t>- [ ] **API Response Standardization** für konsistente Timestamps</a:t>
            </a:r>
          </a:p>
          <a:p/>
          <a:p>
            <a:r>
              <a:t>### **Phase 2: Integration &amp; Testing Agent**</a:t>
            </a:r>
          </a:p>
          <a:p>
            <a:r>
              <a:t>**Aufgabe:** End-to-End Validation und Frontend-Backend Integration</a:t>
            </a:r>
          </a:p>
          <a:p>
            <a:r>
              <a:t>- [ ] **Unit Tests** für Timeframe-Logic (&gt;95% Coverage)</a:t>
            </a:r>
          </a:p>
          <a:p>
            <a:r>
              <a:t>- [ ] **API Integration Tests** für alle Zeitintervalle</a:t>
            </a:r>
          </a:p>
          <a:p>
            <a:r>
              <a:t>- [ ] **Frontend-Backend Communication** testen</a:t>
            </a:r>
          </a:p>
          <a:p>
            <a:r>
              <a:t>- [ ] **Performance Benchmarking** (Response Time &lt;2s)</a:t>
            </a:r>
          </a:p>
          <a:p/>
          <a:p>
            <a:r>
              <a:t>### **Phase 3: Production Deployment Agent**</a:t>
            </a:r>
          </a:p>
          <a:p>
            <a:r>
              <a:t>**Aufgabe:** Zero-Downtime Deployment mit Monitoring</a:t>
            </a:r>
          </a:p>
          <a:p>
            <a:r>
              <a:t>- [ ] **Staging Environment** Testing</a:t>
            </a:r>
          </a:p>
          <a:p>
            <a:r>
              <a:t>- [ ] **Production Rollout** mit Blue-Green Deployment</a:t>
            </a:r>
          </a:p>
          <a:p>
            <a:r>
              <a:t>- [ ] **Live-System Validation** aller Timeframes</a:t>
            </a:r>
          </a:p>
          <a:p>
            <a:r>
              <a:t>- [ ] **User Acceptance Testing** der GUI-Konsistenz</a:t>
            </a:r>
          </a:p>
          <a:p/>
          <a:p>
            <a:r>
              <a:t>### **Phase 4: Documentation &amp; Quality Assurance Agent**</a:t>
            </a:r>
          </a:p>
          <a:p>
            <a:r>
              <a:t>**Aufgabe:** Vollständige Dokumentation und Langzeit-Monitoring</a:t>
            </a:r>
          </a:p>
          <a:p>
            <a:r>
              <a:t>- [ ] **API Documentation** Update für Timeframe-Parameter</a:t>
            </a:r>
          </a:p>
          <a:p>
            <a:r>
              <a:t>- [ ] **User Guide** für timeframe-spezifische Features</a:t>
            </a:r>
          </a:p>
          <a:p>
            <a:r>
              <a:t>- [ ] **Monitoring Dashboards** für Data Consistency</a:t>
            </a:r>
          </a:p>
          <a:p>
            <a:r>
              <a:t>- [ ] **Success Metrics** Tracking und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